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02920" cy="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50292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6492240"/>
            <a:ext cx="-502920" cy="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6492240"/>
            <a:ext cx="0" cy="-50292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pic>
        <p:nvPicPr>
          <p:cNvPr id="6" name="Image 0" descr="cl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768" y="502920"/>
            <a:ext cx="3566160" cy="3796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436887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&amp; BUSINESS ANALYTICS CLUB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5214127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D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"Where Data Meets Decisions"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5781055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200" kern="0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A L Y Z E   ·   P R E D I C T   ·   T R A N S F O R M</a:t>
            </a:r>
            <a:endParaRPr lang="en-US" sz="1700" dirty="0"/>
          </a:p>
        </p:txBody>
      </p:sp>
      <p:pic>
        <p:nvPicPr>
          <p:cNvPr id="10" name="Image 1" descr="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61722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9760" y="611733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@matrix_iimj</a:t>
            </a:r>
            <a:endParaRPr lang="en-US" sz="1250" dirty="0"/>
          </a:p>
        </p:txBody>
      </p:sp>
      <p:pic>
        <p:nvPicPr>
          <p:cNvPr id="12" name="Image 2" descr="yout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88" y="61722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77160" y="6117336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- The Business Analytics Club</a:t>
            </a:r>
            <a:endParaRPr lang="en-US" sz="1250" dirty="0"/>
          </a:p>
        </p:txBody>
      </p:sp>
      <p:pic>
        <p:nvPicPr>
          <p:cNvPr id="14" name="Image 3" descr="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61722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3320" y="6117336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club.matrix@iimj.ac.in</a:t>
            </a:r>
            <a:endParaRPr lang="en-US" sz="1250" dirty="0"/>
          </a:p>
        </p:txBody>
      </p:sp>
      <p:pic>
        <p:nvPicPr>
          <p:cNvPr id="16" name="Image 4" descr="linked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488" y="617220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77960" y="611733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- The Analytics Club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916168"/>
            <a:ext cx="10911535" cy="0"/>
          </a:xfrm>
          <a:prstGeom prst="line">
            <a:avLst/>
          </a:prstGeom>
          <a:noFill/>
          <a:ln w="12700">
            <a:solidFill>
              <a:srgbClr val="222B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02920" cy="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50292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6492240"/>
            <a:ext cx="-502920" cy="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6492240"/>
            <a:ext cx="0" cy="-50292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JOIN MATRIX?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Analytics aren't just for engineers </a:t>
            </a:r>
            <a:pPr algn="ctr"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5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they're tools for problem solvers from every background.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your strength is finance, marketing, operations, HR, arts, science, commerce, or engineering — Matrix has a place for you.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81048" y="269748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10" name="Image 0" descr="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508" y="29489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5248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04208" y="269748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13" name="Image 1" descr="marke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668" y="29489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8408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827368" y="269748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16" name="Image 2" descr="oper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828" y="29489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1568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9250528" y="269748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19" name="Image 3" descr="h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988" y="29489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64728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1981048" y="438912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22" name="Image 4" descr="ar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508" y="46405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95248" y="5422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404208" y="438912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25" name="Image 5" descr="scie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668" y="46405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718408" y="5422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827368" y="438912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28" name="Image 6" descr="commer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8828" y="464058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41568" y="5422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9250528" y="4389120"/>
            <a:ext cx="960120" cy="960120"/>
          </a:xfrm>
          <a:prstGeom prst="hexagon">
            <a:avLst/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31" name="Image 7" descr="engineer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1988" y="4640580"/>
            <a:ext cx="457200" cy="4572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564728" y="5422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640080" y="6217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8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 is the only prerequisite. </a:t>
            </a:r>
            <a:pPr algn="ctr" indent="0" marL="0">
              <a:buNone/>
            </a:pPr>
            <a:r>
              <a:rPr lang="en-US" sz="2000" b="1" i="1" dirty="0">
                <a:solidFill>
                  <a:srgbClr val="5D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welcomes all!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02920" cy="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502920"/>
          </a:xfrm>
          <a:prstGeom prst="line">
            <a:avLst/>
          </a:prstGeom>
          <a:noFill/>
          <a:ln w="19050">
            <a:solidFill>
              <a:srgbClr val="5DD9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5935" y="6492240"/>
            <a:ext cx="-502920" cy="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935" y="6492240"/>
            <a:ext cx="0" cy="-502920"/>
          </a:xfrm>
          <a:prstGeom prst="line">
            <a:avLst/>
          </a:prstGeom>
          <a:noFill/>
          <a:ln w="19050">
            <a:solidFill>
              <a:srgbClr val="F2C8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ACTIVITIES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of building, competing, and connecting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9468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9064" y="1892808"/>
            <a:ext cx="658368" cy="658368"/>
          </a:xfrm>
          <a:prstGeom prst="hexagon">
            <a:avLst/>
          </a:prstGeom>
          <a:solidFill>
            <a:srgbClr val="060A1C"/>
          </a:solidFill>
          <a:ln w="12700">
            <a:solidFill>
              <a:srgbClr val="F2C879"/>
            </a:solidFill>
            <a:prstDash val="solid"/>
          </a:ln>
        </p:spPr>
      </p:sp>
      <p:pic>
        <p:nvPicPr>
          <p:cNvPr id="10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656" y="2057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6628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6628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Masters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98068" y="3227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dashboard-building competition testing analytical storytelling with real data.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27068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6664" y="1892808"/>
            <a:ext cx="658368" cy="658368"/>
          </a:xfrm>
          <a:prstGeom prst="hexagon">
            <a:avLst/>
          </a:prstGeom>
          <a:solidFill>
            <a:srgbClr val="060A1C"/>
          </a:solidFill>
          <a:ln w="12700">
            <a:solidFill>
              <a:srgbClr val="F2C879"/>
            </a:solidFill>
            <a:prstDash val="solid"/>
          </a:ln>
        </p:spPr>
      </p:sp>
      <p:pic>
        <p:nvPicPr>
          <p:cNvPr id="16" name="Image 1" descr="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56" y="205740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64228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64228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AnalystIQ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55668" y="3227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Jammu's flagship case competition on data analytics and business strategy.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84668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424264" y="1892808"/>
            <a:ext cx="658368" cy="658368"/>
          </a:xfrm>
          <a:prstGeom prst="hexagon">
            <a:avLst/>
          </a:prstGeom>
          <a:solidFill>
            <a:srgbClr val="060A1C"/>
          </a:solidFill>
          <a:ln w="12700">
            <a:solidFill>
              <a:srgbClr val="F2C879"/>
            </a:solidFill>
            <a:prstDash val="solid"/>
          </a:ln>
        </p:spPr>
      </p:sp>
      <p:pic>
        <p:nvPicPr>
          <p:cNvPr id="22" name="Image 2" descr="ma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56" y="205740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1828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D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EVENT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1828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Maze Mystery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313268" y="3227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puzzle hunt blending logic, strategy, and machine intelligence.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188720" y="4023360"/>
            <a:ext cx="9814255" cy="0"/>
          </a:xfrm>
          <a:prstGeom prst="line">
            <a:avLst/>
          </a:prstGeom>
          <a:noFill/>
          <a:ln w="12700">
            <a:solidFill>
              <a:srgbClr val="222B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41879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CAMPUS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40080" y="450799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bridges with fellow analytics communities across the country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2163928" y="493776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30" name="Image 3" descr="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520" y="512064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712568" y="49377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 </a:t>
            </a:r>
            <a:pPr algn="l" indent="0" marL="0">
              <a:buNone/>
            </a:pPr>
            <a:r>
              <a:rPr lang="en-US" sz="1150" i="1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Bodh Gaya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4907128" y="493776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33" name="Image 4" descr="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720" y="5120640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55768" y="49377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Organon  </a:t>
            </a:r>
            <a:pPr algn="l" indent="0" marL="0">
              <a:buNone/>
            </a:pPr>
            <a:r>
              <a:rPr lang="en-US" sz="1150" i="1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Rohtak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7650328" y="493776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10182E"/>
          </a:solidFill>
          <a:ln w="12700">
            <a:solidFill>
              <a:srgbClr val="24304F"/>
            </a:solidFill>
            <a:prstDash val="solid"/>
          </a:ln>
        </p:spPr>
      </p:sp>
      <p:pic>
        <p:nvPicPr>
          <p:cNvPr id="36" name="Image 5" descr="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920" y="512064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198968" y="49377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  </a:t>
            </a:r>
            <a:pPr algn="l" indent="0" marL="0">
              <a:buNone/>
            </a:pPr>
            <a:r>
              <a:rPr lang="en-US" sz="1150" i="1" dirty="0">
                <a:solidFill>
                  <a:srgbClr val="8C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Visakhapatnam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2026-07-15T11:49:27Z</dcterms:created>
  <dcterms:modified xsi:type="dcterms:W3CDTF">2026-07-15T11:49:27Z</dcterms:modified>
</cp:coreProperties>
</file>